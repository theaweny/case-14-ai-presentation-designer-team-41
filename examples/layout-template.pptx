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828800"/>
            <a:ext cx="5760720" cy="2377440"/>
          </a:xfrm>
        </p:spPr>
        <p:txBody>
          <a:bodyPr anchor="t"/>
          <a:lstStyle/>
          <a:p>
            <a:pPr algn="l"/>
            <a:r>
              <a:rPr sz="3400" b="1"/>
              <a:t>Главная мысль презентации одной фразой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0" y="0"/>
            <a:ext cx="5425135" cy="6858000"/>
          </a:xfrm>
          <a:prstGeom prst="rect">
            <a:avLst/>
          </a:prstGeom>
          <a:solidFill>
            <a:srgbClr val="E9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Компания · тема · год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5669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chemeClr val="tx1"/>
                </a:solidFill>
              </a:rPr>
              <a:t>Для кого презентация и какое решение она просит принять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280160"/>
            <a:ext cx="9601200" cy="2194560"/>
          </a:xfrm>
        </p:spPr>
        <p:txBody>
          <a:bodyPr anchor="t"/>
          <a:lstStyle/>
          <a:p>
            <a:pPr algn="l"/>
            <a:r>
              <a:rPr sz="3600" b="1"/>
              <a:t>Короткий тезис раздела: что изменилось и почему это важно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" cy="3291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9144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chemeClr val="tx1"/>
                </a:solidFill>
              </a:rPr>
              <a:t>Два предложения пояснения: факт из данных, который подтверждает тезис, и что из него следует для слушателя.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9692640" cy="1188720"/>
          </a:xfrm>
        </p:spPr>
        <p:txBody>
          <a:bodyPr anchor="t"/>
          <a:lstStyle/>
          <a:p>
            <a:pPr algn="l"/>
            <a:r>
              <a:rPr sz="2600" b="1"/>
              <a:t>Заголовок-вывод: что показывает график и почему это важно слушателю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691640"/>
            <a:ext cx="822960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67665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chemeClr val="tx1"/>
                </a:solidFill>
              </a:rPr>
              <a:t>Здесь график или таблица по данным: категории, значения и единицы измерения. Подписи осей и источник. Если графика нет, здесь три-четыре коротких факта с числами, каждый со своим смыслом для слушателя.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679" y="1965960"/>
            <a:ext cx="3840480" cy="4389120"/>
          </a:xfrm>
          <a:prstGeom prst="roundRect">
            <a:avLst>
              <a:gd name="adj" fmla="val 8000"/>
            </a:avLst>
          </a:prstGeom>
          <a:solidFill>
            <a:srgbClr val="F3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1000" y="2240280"/>
            <a:ext cx="457200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2514600"/>
            <a:ext cx="329184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chemeClr val="tx1"/>
                </a:solidFill>
              </a:rPr>
              <a:t>Что из данных следует для слушателя и какое действие это подсказывает: две-три короткие мысли.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9692640" cy="1188720"/>
          </a:xfrm>
        </p:spPr>
        <p:txBody>
          <a:bodyPr anchor="t"/>
          <a:lstStyle/>
          <a:p>
            <a:pPr algn="l"/>
            <a:r>
              <a:rPr sz="2600" b="1"/>
              <a:t>Три цифры, которые решают: что они значат для слушателя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691640"/>
            <a:ext cx="822960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3393338" cy="3474720"/>
          </a:xfrm>
          <a:prstGeom prst="roundRect">
            <a:avLst>
              <a:gd name="adj" fmla="val 8000"/>
            </a:avLst>
          </a:prstGeom>
          <a:solidFill>
            <a:srgbClr val="F3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" y="2423160"/>
            <a:ext cx="457200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97480"/>
            <a:ext cx="275325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chemeClr val="accent1"/>
                </a:solidFill>
              </a:rPr>
              <a:t>42%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77639"/>
            <a:ext cx="275325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chemeClr val="tx1"/>
                </a:solidFill>
              </a:rPr>
              <a:t>что выросло и за какой срок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2103120"/>
            <a:ext cx="3393338" cy="3474720"/>
          </a:xfrm>
          <a:prstGeom prst="roundRect">
            <a:avLst>
              <a:gd name="adj" fmla="val 8000"/>
            </a:avLst>
          </a:prstGeom>
          <a:solidFill>
            <a:srgbClr val="F3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19218" y="2423160"/>
            <a:ext cx="457200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9218" y="2697480"/>
            <a:ext cx="275325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chemeClr val="accent1"/>
                </a:solidFill>
              </a:rPr>
              <a:t>3×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9218" y="3977639"/>
            <a:ext cx="275325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chemeClr val="tx1"/>
                </a:solidFill>
              </a:rPr>
              <a:t>во сколько раз лучше прежнего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8276" y="2103120"/>
            <a:ext cx="3393338" cy="3474720"/>
          </a:xfrm>
          <a:prstGeom prst="roundRect">
            <a:avLst>
              <a:gd name="adj" fmla="val 8000"/>
            </a:avLst>
          </a:prstGeom>
          <a:solidFill>
            <a:srgbClr val="F3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78316" y="2423160"/>
            <a:ext cx="457200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8316" y="2697480"/>
            <a:ext cx="275325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chemeClr val="accent1"/>
                </a:solidFill>
              </a:rPr>
              <a:t>120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8316" y="3977639"/>
            <a:ext cx="275325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chemeClr val="tx1"/>
                </a:solidFill>
              </a:rPr>
              <a:t>сколько и чего именно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720" y="822960"/>
            <a:ext cx="5760720" cy="1371600"/>
          </a:xfrm>
        </p:spPr>
        <p:txBody>
          <a:bodyPr anchor="t"/>
          <a:lstStyle/>
          <a:p>
            <a:pPr algn="l"/>
            <a:r>
              <a:rPr sz="2600" b="1"/>
              <a:t>Что это даёт заказчику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E9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60720" y="2331720"/>
            <a:ext cx="822960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0" y="2651760"/>
            <a:ext cx="566928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chemeClr val="tx1"/>
                </a:solidFill>
              </a:rPr>
              <a:t>Три коротких абзаца о выгоде: что станет лучше, насколько, и чем это подтверждено в данных. Без чисел, которых нет в материалах.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80160"/>
            <a:ext cx="10515600" cy="1828800"/>
          </a:xfrm>
        </p:spPr>
        <p:txBody>
          <a:bodyPr anchor="t"/>
          <a:lstStyle/>
          <a:p>
            <a:pPr algn="l"/>
            <a:r>
              <a:rPr sz="3600" b="1"/>
              <a:t>Следующий шаг: какое решение нужно сейчас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chemeClr val="tx1"/>
                </a:solidFill>
              </a:rPr>
              <a:t>Что предлагаем сделать, в какой срок и что для этого нужно от слушателей.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examples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