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746A2"/>
                </a:solidFill>
                <a:latin typeface="Arial"/>
              </a:rPr>
              <a:t>Northstar: clear ideas, native 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