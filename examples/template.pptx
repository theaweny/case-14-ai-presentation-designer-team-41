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Название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Подзаголовок: для кого и зачем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Раздел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Короткое пояснение к разделу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Первый тезис</a:t>
            </a:r>
          </a:p>
          <a:p>
            <a:r>
              <a:t>Второй тезис</a:t>
            </a:r>
          </a:p>
          <a:p>
            <a:r>
              <a:t>Третий тезис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двух вариантов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Что было и почему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Что стало и почему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с подписями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Как было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Как стало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Тезис с пояснением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Главная мысль слайда в двух строках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Подпись к тезису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Контакты и следующий шаг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